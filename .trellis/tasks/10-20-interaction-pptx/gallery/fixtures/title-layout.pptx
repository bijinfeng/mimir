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"1.0" encoding="UTF-8" standalone="yes" ?>
<Relationships xmlns="http://schemas.openxmlformats.org/package/2006/relationships">
    <Relationship Id="rId1" Type="http://schemas.openxmlformats.org/officeDocument/2006/relationships/officeDocument" Target="ppt/presentation.xml" />
    <Relationship Id="rId2" Type="http://schemas.openxmlformats.org/package/2006/relationships/metadata/thumbnail" Target="docProps/thumbnail.jpeg" />
    <Relationship Id="rId3" Type="http://schemas.openxmlformats.org/package/2006/relationships/metadata/core-properties" Target="docProps/core.xml" />
    <Relationship Id="rId4" Type="http://schemas.openxmlformats.org/officeDocument/2006/relationships/extended-properties" Target="docProps/app.xml" />
    <Relationship Id="rId5" Type="http://schemas.openxmlformats.org/officeDocument/2006/relationships/custom-properties" Target="docProps/custom.xml" 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用版式建的标题页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第一条</a:t>
            </a:r>
          </a:p>
          <a:p>
            <a:r>
              <a:t>第二条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name="CWM551482c0c79811f18a15797e0a15787e" pid="2" fmtid="{D5CDD505-2E9C-101B-9397-08002B2CF9AE}">
    <vt:lpwstr>CWMRv63Sk4NodcaZHxfgqN1ti6JsUw+rL5wmHH3Srg24gg9rEuu+kKs5e2H0A9IMEFSbA1pkrJydE5zXuBIzaqP+g==</vt:lpwstr>
  </property>
</Properties>
</file>