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ppt/charts/chart1.xml" ContentType="application/vnd.openxmlformats-officedocument.drawingml.chart+xml"/>
</Types>
</file>

<file path=_rels/.rels><?xml version="1.0" encoding="UTF-8" standalone="yes" ?>
<Relationships xmlns="http://schemas.openxmlformats.org/package/2006/relationships">
    <Relationship Id="rId1" Type="http://schemas.openxmlformats.org/officeDocument/2006/relationships/officeDocument" Target="ppt/presentation.xml" />
    <Relationship Id="rId2" Type="http://schemas.openxmlformats.org/package/2006/relationships/metadata/thumbnail" Target="docProps/thumbnail.jpeg" />
    <Relationship Id="rId3" Type="http://schemas.openxmlformats.org/package/2006/relationships/metadata/core-properties" Target="docProps/core.xml" />
    <Relationship Id="rId4" Type="http://schemas.openxmlformats.org/officeDocument/2006/relationships/extended-properties" Target="docProps/app.xml" />
    <Relationship Id="rId5" Type="http://schemas.openxmlformats.org/officeDocument/2006/relationships/custom-properties" Target="docProps/custom.xml" 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季度营收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成本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7</c:v>
                </c:pt>
                <c:pt idx="2">
                  <c:v>9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  <c:dispBlanksAs val="gap"/>
  </c:chart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用版式建的标题页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第一条</a:t>
            </a:r>
          </a:p>
          <a:p>
            <a:r>
              <a:t>第二条</a:t>
            </a:r>
          </a:p>
        </p:txBody>
      </p:sp>
      <p:graphicFrame>
        <p:nvGraphicFramePr>
          <p:cNvPr id="4" name="Chart 4 - 季度营收" descr="aislides-chart">
            <a:extLst>
              <a:ext uri="{FF2B5EF4-FFF2-40B4-BE49-F238E27FC236}">
                <a16:creationId xmlns:a16="http://schemas.microsoft.com/office/drawing/2014/main" id="{BE2392E2-F51F-4271-9320-2D20DDA609B4}"/>
              </a:ext>
            </a:extLst>
          </p:cNvPr>
          <p:cNvGraphicFramePr/>
          <p:nvPr/>
        </p:nvGraphicFramePr>
        <p:xfrm>
          <a:off x="900000" y="1500000"/>
          <a:ext cx="3500000" cy="2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551482c0c79811f18a15797e0a15787e" pid="2" fmtid="{D5CDD505-2E9C-101B-9397-08002B2CF9AE}">
    <vt:lpwstr>CWMRv63Sk4NodcaZHxfgqN1ti6JsUw+rL5wmHH3Srg24gg9rEuu+kKs5e2H0A9IMEFSbA1pkrJydE5zXuBIzaqP+g==</vt:lpwstr>
  </property>
</Properties>
</file>