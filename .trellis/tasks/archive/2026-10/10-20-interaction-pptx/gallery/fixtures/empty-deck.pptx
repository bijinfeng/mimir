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docProps/custom.xml" ContentType="application/vnd.openxmlformats-officedocument.custom-properties+xml"/>
</Types>
</file>

<file path=_rels/.rels><?xml version="1.0" encoding="UTF-8" standalone="yes" ?>
<Relationships xmlns="http://schemas.openxmlformats.org/package/2006/relationships">
    <Relationship Id="rId1" Type="http://schemas.openxmlformats.org/officeDocument/2006/relationships/officeDocument" Target="ppt/presentation.xml" />
    <Relationship Id="rId2" Type="http://schemas.openxmlformats.org/package/2006/relationships/metadata/thumbnail" Target="docProps/thumbnail.jpeg" />
    <Relationship Id="rId3" Type="http://schemas.openxmlformats.org/package/2006/relationships/metadata/core-properties" Target="docProps/core.xml" />
    <Relationship Id="rId4" Type="http://schemas.openxmlformats.org/officeDocument/2006/relationships/extended-properties" Target="docProps/app.xml" />
    <Relationship Id="rId5" Type="http://schemas.openxmlformats.org/officeDocument/2006/relationships/custom-properties" Target="docProps/custom.xml" 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name="CWM55b88af0c79811f18a15797e0a15787e" pid="2" fmtid="{D5CDD505-2E9C-101B-9397-08002B2CF9AE}">
    <vt:lpwstr>CWMfSrknOndgcuUKKgIN1S8cCB7vCyNCdX0givygu0H4MRJnpLGrvv4kZmHkHOZ4LY55xz6CXfiHahPS18AyhNwuQ==</vt:lpwstr>
  </property>
</Properties>
</file>