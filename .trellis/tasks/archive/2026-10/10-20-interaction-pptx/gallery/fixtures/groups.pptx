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用版式建的标题页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第一条</a:t>
            </a:r>
          </a:p>
          <a:p>
            <a:r>
              <a:t>第二条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2D9CA6C-1851-4296-8149-274592FE48BA}"/>
              </a:ext>
            </a:extLst>
          </p:cNvPr>
          <p:cNvGrpSpPr/>
          <p:nvPr/>
        </p:nvGrpSpPr>
        <p:grpSpPr>
          <a:xfrm>
            <a:off x="500000" y="4200000"/>
            <a:ext cx="2700000" cy="500000"/>
            <a:chOff x="500000" y="4200000"/>
            <a:chExt cx="2700000" cy="500000"/>
          </a:xfrm>
        </p:grpSpPr>
        <p:sp>
          <p:nvSpPr>
            <p:cNvPr id="4" name="Shape 4">
              <a:extLst>
                <a:ext uri="{FF2B5EF4-FFF2-40B4-BE49-F238E27FC236}">
                  <a16:creationId xmlns:a16="http://schemas.microsoft.com/office/drawing/2014/main" id="{7505AB5D-9FD7-4638-AEF6-C393F7899EE5}"/>
                </a:ext>
              </a:extLst>
            </p:cNvPr>
            <p:cNvSpPr/>
            <p:nvPr/>
          </p:nvSpPr>
          <p:spPr>
            <a:xfrm>
              <a:off x="500000" y="4200000"/>
              <a:ext cx="1200000" cy="500000"/>
            </a:xfrm>
            <a:prstGeom prst="rect">
              <a:avLst/>
            </a:prstGeom>
          </p:spPr>
          <p:txBody>
            <a:bodyPr wrap="square" rtlCol="0"/>
            <a:lstStyle/>
            <a:p>
              <a:r>
                <a:rPr sz="2000"/>
                <a:t>Mimir 演示</a:t>
              </a:r>
            </a:p>
          </p:txBody>
        </p:sp>
        <p:sp>
          <p:nvSpPr>
            <p:cNvPr id="5" name="Shape 5">
              <a:extLst>
                <a:ext uri="{FF2B5EF4-FFF2-40B4-BE49-F238E27FC236}">
                  <a16:creationId xmlns:a16="http://schemas.microsoft.com/office/drawing/2014/main" id="{18EB14C8-1F53-4B26-B2C9-19534A868310}"/>
                </a:ext>
              </a:extLst>
            </p:cNvPr>
            <p:cNvSpPr/>
            <p:nvPr/>
          </p:nvSpPr>
          <p:spPr>
            <a:xfrm>
              <a:off x="2000000" y="4200000"/>
              <a:ext cx="1200000" cy="500000"/>
            </a:xfrm>
            <a:prstGeom prst="rect">
              <a:avLst/>
            </a:prstGeom>
          </p:spPr>
          <p:txBody>
            <a:bodyPr wrap="square" rtlCol="0"/>
            <a:lstStyle/>
            <a:p>
              <a:r>
                <a:rPr sz="2000"/>
                <a:t>交互验证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551482c0c79811f18a15797e0a15787e" pid="2" fmtid="{D5CDD505-2E9C-101B-9397-08002B2CF9AE}">
    <vt:lpwstr>CWMRv63Sk4NodcaZHxfgqN1ti6JsUw+rL5wmHH3Srg24gg9rEuu+kKs5e2H0A9IMEFSbA1pkrJydE5zXuBIzaqP+g==</vt:lpwstr>
  </property>
</Properties>
</file>