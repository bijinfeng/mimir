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 standalone="yes" ?>
<Relationships xmlns="http://schemas.openxmlformats.org/package/2006/relationships">
    <Relationship Id="rId1" Type="http://schemas.openxmlformats.org/officeDocument/2006/relationships/officeDocument" Target="ppt/presentation.xml" />
    <Relationship Id="rId2" Type="http://schemas.openxmlformats.org/package/2006/relationships/metadata/thumbnail" Target="docProps/thumbnail.jpeg" />
    <Relationship Id="rId3" Type="http://schemas.openxmlformats.org/package/2006/relationships/metadata/core-properties" Target="docProps/core.xml" />
    <Relationship Id="rId4" Type="http://schemas.openxmlformats.org/officeDocument/2006/relationships/extended-properties" Target="docProps/app.xml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带图的一页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570d1e70c79811f18a15797e0a15787e" pid="2" fmtid="{D5CDD505-2E9C-101B-9397-08002B2CF9AE}">
    <vt:lpwstr>CWMVp1HPh9BHq4XYI1/YWh0mIe6ENKQGu0k5CKjJ1b1wO9Ig3YaYy/LexUf2a+5P3GKpeF3vwr7jIj3uM0OyR5ajg==</vt:lpwstr>
  </property>
</Properties>
</file>