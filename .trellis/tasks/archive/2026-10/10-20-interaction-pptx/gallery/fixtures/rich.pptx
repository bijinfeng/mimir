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charts/chart1.xml" ContentType="application/vnd.openxmlformats-officedocument.drawingml.chart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季度营收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用版式建的标题页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</a:t>
            </a:r>
          </a:p>
          <a:p>
            <a:r>
              <a:t>第二条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B708FC-5924-4CED-B117-C39826593CCD}"/>
              </a:ext>
            </a:extLst>
          </p:cNvPr>
          <p:cNvGraphicFramePr>
            <a:graphicFrameLocks noGrp="1"/>
          </p:cNvGraphicFramePr>
          <p:nvPr/>
        </p:nvGraphicFramePr>
        <p:xfrm>
          <a:off x="700000" y="2500000"/>
          <a:ext cx="50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666"/>
                <a:gridCol w="1666666"/>
                <a:gridCol w="1666666"/>
              </a:tblGrid>
              <a:tr h="53333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5 - 季度营收" descr="aislides-chart">
            <a:extLst>
              <a:ext uri="{FF2B5EF4-FFF2-40B4-BE49-F238E27FC236}">
                <a16:creationId xmlns:a16="http://schemas.microsoft.com/office/drawing/2014/main" id="{AC8492E6-B5DC-4A25-BEB6-0B3F38A08473}"/>
              </a:ext>
            </a:extLst>
          </p:cNvPr>
          <p:cNvGraphicFramePr/>
          <p:nvPr/>
        </p:nvGraphicFramePr>
        <p:xfrm>
          <a:off x="5000000" y="1500000"/>
          <a:ext cx="3500000" cy="2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6">
            <a:extLst>
              <a:ext uri="{FF2B5EF4-FFF2-40B4-BE49-F238E27FC236}">
                <a16:creationId xmlns:a16="http://schemas.microsoft.com/office/drawing/2014/main" id="{BD51687C-A003-4611-8B66-32EC0E37FF20}"/>
              </a:ext>
            </a:extLst>
          </p:cNvPr>
          <p:cNvSpPr/>
          <p:nvPr/>
        </p:nvSpPr>
        <p:spPr>
          <a:xfrm>
            <a:off x="500000" y="4200000"/>
            <a:ext cx="1200000" cy="500000"/>
          </a:xfrm>
          <a:prstGeom prst="rect">
            <a:avLst/>
          </a:prstGeom>
        </p:spPr>
        <p:txBody>
          <a:bodyPr wrap="square" rtlCol="0"/>
          <a:lstStyle/>
          <a:p>
            <a:r>
              <a:rPr sz="2000"/>
              <a:t>Mimir 演示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33E96B9-3A2B-43FC-88BB-E5570CC723A0}"/>
              </a:ext>
            </a:extLst>
          </p:cNvPr>
          <p:cNvSpPr/>
          <p:nvPr/>
        </p:nvSpPr>
        <p:spPr>
          <a:xfrm>
            <a:off x="2000000" y="4200000"/>
            <a:ext cx="1200000" cy="500000"/>
          </a:xfrm>
          <a:prstGeom prst="rect">
            <a:avLst/>
          </a:prstGeom>
        </p:spPr>
        <p:txBody>
          <a:bodyPr wrap="square" rtlCol="0"/>
          <a:lstStyle/>
          <a:p>
            <a:r>
              <a:rPr sz="2000"/>
              <a:t>交互验证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51482c0c79811f18a15797e0a15787e" pid="2" fmtid="{D5CDD505-2E9C-101B-9397-08002B2CF9AE}">
    <vt:lpwstr>CWMRv63Sk4NodcaZHxfgqN1ti6JsUw+rL5wmHH3Srg24gg9rEuu+kKs5e2H0A9IMEFSbA1pkrJydE5zXuBIzaqP+g==</vt:lpwstr>
  </property>
</Properties>
</file>