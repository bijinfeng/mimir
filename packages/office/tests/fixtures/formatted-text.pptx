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docProps/custom.xml" ContentType="application/vnd.openxmlformats-officedocument.custom-properties+xml"/>
</Types>
</file>

<file path=_rels/.rels><?xml version="1.0" encoding="UTF-8" standalone="yes" ?>
<Relationships xmlns="http://schemas.openxmlformats.org/package/2006/relationships">
    <Relationship Id="rId1" Type="http://schemas.openxmlformats.org/officeDocument/2006/relationships/officeDocument" Target="ppt/presentation.xml" />
    <Relationship Id="rId2" Type="http://schemas.openxmlformats.org/package/2006/relationships/metadata/thumbnail" Target="docProps/thumbnail.jpeg" />
    <Relationship Id="rId3" Type="http://schemas.openxmlformats.org/package/2006/relationships/metadata/core-properties" Target="docProps/core.xml" />
    <Relationship Id="rId4" Type="http://schemas.openxmlformats.org/officeDocument/2006/relationships/extended-properties" Target="docProps/app.xml" />
    <Relationship Id="rId5" Type="http://schemas.openxmlformats.org/officeDocument/2006/relationships/custom-properties" Target="docProps/custom.xml" 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54864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>
                <a:solidFill>
                  <a:srgbClr val="C0392B"/>
                </a:solidFill>
                <a:latin typeface="Arial"/>
              </a:rPr>
              <a:t>加粗大字</a:t>
            </a:r>
          </a:p>
          <a:p>
            <a:r>
              <a:rPr sz="1200" i="1">
                <a:latin typeface="宋体"/>
              </a:rPr>
              <a:t>斜体小字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

<file path=docProps/custom.xml><?xml version="1.0" encoding="utf-8"?>
<Properties xmlns:vt="http://schemas.openxmlformats.org/officeDocument/2006/docPropsVTypes" xmlns="http://schemas.openxmlformats.org/officeDocument/2006/custom-properties">
  <property name="CWM591179f0c79811f18a15797e0a15787e" pid="2" fmtid="{D5CDD505-2E9C-101B-9397-08002B2CF9AE}">
    <vt:lpwstr>CWMaItZ2LY8VwDC0UrhWxJ6wirTWRtc+nz8sdHYZ/3rT+TsAPoCPo3fP8AN0wECUEfw71SOaRKrJMIJhZbon/qcnQ==</vt:lpwstr>
  </property>
</Properties>
</file>