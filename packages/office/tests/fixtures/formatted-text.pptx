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C0392B"/>
                </a:solidFill>
                <a:latin typeface="Arial"/>
              </a:rPr>
              <a:t>加粗大字</a:t>
            </a:r>
          </a:p>
          <a:p>
            <a:r>
              <a:rPr sz="1200" i="1">
                <a:latin typeface="宋体"/>
              </a:rPr>
              <a:t>斜体小字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