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"1.0" encoding="UTF-8" standalone="yes" ?>
<Relationships xmlns="http://schemas.openxmlformats.org/package/2006/relationships">
    <Relationship Id="rId1" Type="http://schemas.openxmlformats.org/officeDocument/2006/relationships/officeDocument" Target="ppt/presentation.xml" />
    <Relationship Id="rId2" Type="http://schemas.openxmlformats.org/package/2006/relationships/metadata/thumbnail" Target="docProps/thumbnail.jpeg" />
    <Relationship Id="rId3" Type="http://schemas.openxmlformats.org/package/2006/relationships/metadata/core-properties" Target="docProps/core.xml" />
    <Relationship Id="rId4" Type="http://schemas.openxmlformats.org/officeDocument/2006/relationships/extended-properties" Target="docProps/app.xml" />
    <Relationship Id="rId5" Type="http://schemas.openxmlformats.org/officeDocument/2006/relationships/custom-properties" Target="docProps/custom.xml" 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Fiscal Year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results</a:t>
            </a:r>
          </a:p>
          <a:p>
            <a:r>
              <a:t>Product updates</a:t>
            </a:r>
          </a:p>
          <a:p>
            <a:r>
              <a:t>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2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937"/>
                </a:solidFill>
              </a:rPr>
              <a:t>Key Results</a:t>
            </a:r>
          </a:p>
        </p:txBody>
      </p:sp>
      <p:pic>
        <p:nvPicPr>
          <p:cNvPr id="4" name="Picture 3" descr="_tm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6400" y="228600"/>
            <a:ext cx="1000000" cy="6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2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8800"/>
                <a:gridCol w="3428800"/>
                <a:gridCol w="3428800"/>
              </a:tblGrid>
              <a:tr h="7620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YoY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+8%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name="CWM57c80a00c79811f18a15797e0a15787e" pid="2" fmtid="{D5CDD505-2E9C-101B-9397-08002B2CF9AE}">
    <vt:lpwstr>CWMHO6gONitJAD5e5gkyi+7U+h3WCgBIVTmOmQgStE+UJteGNfD5nbLRMv1Q7u6RjGdbMHlHEcGmlOEL/owaQTUcg==</vt:lpwstr>
  </property>
</Properties>
</file>