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多语言测试 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中文 + English + العربية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86cfc90c79811f18a15797e0a15787e" pid="2" fmtid="{D5CDD505-2E9C-101B-9397-08002B2CF9AE}">
    <vt:lpwstr>CWMePqo5juuWBfbt6419Km/TR/lD6P9d1/BdkqzK+j0X3zEVcUScn+dmr8axB/hRGVG4Y8wbRgoOR8/E20r5xoyvQ==</vt:lpwstr>
  </property>
</Properties>
</file>